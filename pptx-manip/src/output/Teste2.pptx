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Tipos primitivos: </a:t>
            </a:r>
          </a:p>
          <a:p>
            <a:r>
              <a:t>Java não é totalmente O.O., pois seus tipos primitivos não são classes.</a:t>
            </a:r>
          </a:p>
          <a:p>
            <a:r>
              <a:t>Mas todos os tipos primitivos possuem classes equivalentes, conhecidas como wrappers;</a:t>
            </a:r>
          </a:p>
          <a:p>
            <a:r>
              <a:t>Desde a versão 5.0, o Java realiza a conversão implícita entre os tipos primitivos e as classes equivalentes;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Cadeia de Caracteres: </a:t>
            </a:r>
          </a:p>
          <a:p>
            <a:r>
              <a:t>Definida pelas classes String  (cadeias estáticas), StringBuilder (cadeias dinâmicas) e StringBuffer (cadeias dinâmicas sincronizadas);</a:t>
            </a:r>
          </a:p>
          <a:p>
            <a:r>
              <a:t>Cadeias estáticas (String) iguais compartilham o mesmo espaço na memória.</a:t>
            </a:r>
          </a:p>
          <a:p/>
          <a:p>
            <a:r>
              <a:t>String str1 = "ABC"; //ou new String("ABC");</a:t>
            </a:r>
          </a:p>
          <a:p>
            <a:r>
              <a:t>String str2 = "ABC";</a:t>
            </a:r>
          </a:p>
          <a:p>
            <a:r>
              <a:t>str1 += "D"; //é criado um novo objeto "ABCD"</a:t>
            </a:r>
          </a:p>
          <a:p>
            <a:r>
              <a:t>StringBuffer str = new StringBuffer();</a:t>
            </a:r>
          </a:p>
          <a:p>
            <a:r>
              <a:t>str.append( "ABC" );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Tipos ordinais definidos pelo usuário: </a:t>
            </a:r>
          </a:p>
          <a:p>
            <a:r>
              <a:t>Possui apenas tipos enumerados como tipos ordinais definidos pelo usuários, criados a partir da palavra chave enum; </a:t>
            </a:r>
          </a:p>
          <a:p>
            <a:r>
              <a:t>Um enumerado é, na verdade, uma subclasse de Enum e pode ter atributos e métodos;</a:t>
            </a:r>
          </a:p>
          <a:p/>
          <a:p>
            <a:r>
              <a:t>public enum Carta {</a:t>
            </a:r>
          </a:p>
          <a:p/>
          <a:p>
            <a:r>
              <a:t>	J(11),Q(12),K(13),A(14);</a:t>
            </a:r>
          </a:p>
          <a:p>
            <a:r>
              <a:t>	public int valorCarta;</a:t>
            </a:r>
          </a:p>
          <a:p/>
          <a:p>
            <a:r>
              <a:t>	Carta(int valor) {</a:t>
            </a:r>
          </a:p>
          <a:p>
            <a:r>
              <a:t>		valorCarta = valor;</a:t>
            </a:r>
          </a:p>
          <a:p>
            <a:r>
              <a:t>	}</a:t>
            </a:r>
          </a:p>
          <a:p>
            <a:r>
              <a:t>}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Vetores/Matrizes: </a:t>
            </a:r>
          </a:p>
          <a:p>
            <a:r>
              <a:t>São objetos da classe Array;</a:t>
            </a:r>
          </a:p>
          <a:p>
            <a:r>
              <a:t>São dinâmicas do monte fixa;</a:t>
            </a:r>
          </a:p>
          <a:p>
            <a:r>
              <a:t>Listas verdadeiramente dinâmicas são implementadas por subclasses da interface List;</a:t>
            </a:r>
          </a:p>
          <a:p>
            <a:r>
              <a:t>Matrizes seguem uma ordem principal de linha;</a:t>
            </a:r>
          </a:p>
          <a:p>
            <a:r>
              <a:t>Não possui suporte para matrizes associativas, porém elas são simuladas por subclasses da interface Map;</a:t>
            </a:r>
          </a:p>
          <a:p>
            <a:r>
              <a:t>Não possui suporte para fatias, mas a classe Array contém diversos métodos para manipulação dos vetores/matrizes;</a:t>
            </a:r>
          </a:p>
          <a:p>
            <a:r>
              <a:t>Não possui suporte a compreensão de listas.</a:t>
            </a:r>
          </a:p>
          <a:p/>
          <a:p>
            <a:r>
              <a:t>int vetor[] = new int[10];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Vetores/Matrizes: </a:t>
            </a:r>
          </a:p>
          <a:p>
            <a:r>
              <a:t>Matrizes são irregulares, sendo possível criar matrizes com quantidade de colunas diferentes para cada linha.</a:t>
            </a:r>
          </a:p>
          <a:p>
            <a:r>
              <a:t>O tamanho de cada linha pode ser acessado pelo atributo length.</a:t>
            </a:r>
          </a:p>
          <a:p/>
          <a:p>
            <a:r>
              <a:t>int[ ][ ] matriz = new int[3][];</a:t>
            </a:r>
          </a:p>
          <a:p>
            <a:r>
              <a:t>matriz[0] = new int[2];</a:t>
            </a:r>
          </a:p>
          <a:p>
            <a:r>
              <a:t>matriz[1] = new int[4];</a:t>
            </a:r>
          </a:p>
          <a:p>
            <a:r>
              <a:t>matriz[2] = new int[3];</a:t>
            </a:r>
          </a:p>
          <a:p/>
          <a:p>
            <a:r>
              <a:t>int tam_linha_2 = matriz[2].length; // = 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