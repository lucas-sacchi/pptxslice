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Fazer uma apresentação para toda sala descrevendo como funcionam os conceitos vistos em sala de aula na linguagem escolhida pelo grupo: </a:t>
            </a:r>
          </a:p>
          <a:p>
            <a:r>
              <a:t>variáveis</a:t>
            </a:r>
          </a:p>
          <a:p>
            <a:r>
              <a:t>tipos</a:t>
            </a:r>
          </a:p>
          <a:p>
            <a:r>
              <a:t>expressões</a:t>
            </a:r>
          </a:p>
          <a:p>
            <a:r>
              <a:t>estruturas de seleção</a:t>
            </a:r>
          </a:p>
          <a:p>
            <a:r>
              <a:t>estruturas de iteração</a:t>
            </a:r>
          </a:p>
          <a:p>
            <a:r>
              <a:t>subprogramas</a:t>
            </a:r>
          </a:p>
          <a:p>
            <a:r>
              <a:t>orientação a objetos</a:t>
            </a:r>
          </a:p>
          <a:p>
            <a:r>
              <a:t>tratamento de exceção </a:t>
            </a:r>
          </a:p>
          <a:p>
            <a:r>
              <a:t>gerenciamento de memória</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 apresentação é para toda a sala, não apenas para o professor;</a:t>
            </a:r>
          </a:p>
          <a:p>
            <a:r>
              <a:t>Evitar exemplos e texto com letras pequenas e difíceis de enxergar;</a:t>
            </a:r>
          </a:p>
          <a:p>
            <a:r>
              <a:t>Evitar combinações de cores ruins (ex.: letra e fundo escuros);</a:t>
            </a:r>
          </a:p>
          <a:p>
            <a:r>
              <a:t>Apresentar exemplos junto com da explicação teórica;</a:t>
            </a:r>
          </a:p>
          <a:p>
            <a:r>
              <a:t>Não explicar conceitos já explicados pelo professor nas aulas; </a:t>
            </a:r>
          </a:p>
          <a:p>
            <a:r>
              <a:t>Por exemplo, se a linguagem adotar tipagem dinâmica, basta citar isso, não precisa explicar o que é tipagem dinâmica;</a:t>
            </a:r>
          </a:p>
          <a:p>
            <a:r>
              <a:t>Apresente todos os tipos existentes na linguagem (como no slide 8), mas comente apenas para aqueles que diferem do comum. A mesma coisa para precedência e associatividade;</a:t>
            </a:r>
          </a:p>
          <a:p>
            <a:r>
              <a:t>Por exemplo, não precisa explicar inteiro, ponto flutuante, string, array, etc., exceto se eles tiverem alguma característica peculiar que difere da maioria das linguagens. No caso de Java, bastaria dizer que os tipos primitivos não são O.O., mas existem classes O.O. equivalentes. </a:t>
            </a:r>
          </a:p>
        </p:txBody>
      </p:sp>
      <p:sp>
        <p:nvSpPr>
          <p:cNvPr id="3" name="Subtitle 2"/>
          <p:cNvSpPr>
            <a:spLocks noGrp="1"/>
          </p:cNvSpPr>
          <p:nvPr>
            <p:ph type="subTitle"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Matheus Carvalho Viana</a:t>
            </a:r>
          </a:p>
        </p:txBody>
      </p:sp>
      <p:sp>
        <p:nvSpPr>
          <p:cNvPr id="3" name="Subtitle 2"/>
          <p:cNvSpPr>
            <a:spLocks noGrp="1"/>
          </p:cNvSpPr>
          <p:nvPr>
            <p:ph type="subTitle"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Java foi desenvolvida na década de 90 por uma equipe chefiada por James Gosling, na empresa Sun Microsystems. </a:t>
            </a:r>
          </a:p>
          <a:p>
            <a:r>
              <a:t>Em seu projeto inicial, deveria se chamar Oak, mas a equipe descobriu que já existia uma linguagem com esse nome.</a:t>
            </a:r>
          </a:p>
          <a:p>
            <a:r>
              <a:t>Além disso, o intuito inicial era criar uma linguagem para sistemas embarcados inteligentes que permitissem uma interação dos usuários com os fornecedores de conteúdo (como as Smart TVs digitais atuais). Infelizmente, esse projeto não foi bem aceito pelas fabricantes de eletrônicos (ideia certa, época errada).</a:t>
            </a:r>
          </a:p>
          <a:p>
            <a:r>
              <a:t>Entretanto, a Internet estourou na mesma época e ela era o tipo de rede interativa que a equipe do Java desejava.</a:t>
            </a:r>
          </a:p>
          <a:p>
            <a:r>
              <a:t>Assim, Java passou a ter recursos de rede e execução de aplicativos em navegadores (Applets), característica que foi a principal responsável pelo sucesso da linguagem.</a:t>
            </a:r>
          </a:p>
        </p:txBody>
      </p:sp>
      <p:sp>
        <p:nvSpPr>
          <p:cNvPr id="3" name="Subtitle 2"/>
          <p:cNvSpPr>
            <a:spLocks noGrp="1"/>
          </p:cNvSpPr>
          <p:nvPr>
            <p:ph type="subTitle"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Paradigma: imperativo e orientado a objetos</a:t>
            </a:r>
          </a:p>
          <a:p>
            <a:r>
              <a:t>Método de implementação: híbrido</a:t>
            </a:r>
          </a:p>
          <a:p>
            <a:r>
              <a:t>Principais influências: C++, Modula-3</a:t>
            </a:r>
          </a:p>
          <a:p>
            <a:r>
              <a:t>Características gerais:</a:t>
            </a:r>
          </a:p>
          <a:p>
            <a:r>
              <a:t>Linguagem de propósito geral;</a:t>
            </a:r>
          </a:p>
          <a:p>
            <a:r>
              <a:t>Possui um sistema de coleta de lixo (;</a:t>
            </a:r>
          </a:p>
          <a:p>
            <a:r>
              <a:t>A primeira com recursos para a web (Applets);</a:t>
            </a:r>
          </a:p>
          <a:p>
            <a:r>
              <a:t>Alta portabilidade;</a:t>
            </a:r>
          </a:p>
          <a:p>
            <a:r>
              <a:t>É uma linguagem que prioriza a confiabilidade em sacrifício da eficiência, por realizar diversas verificações e não executar muitas conversões automáticas;</a:t>
            </a:r>
          </a:p>
          <a:p>
            <a:r>
              <a:t>Uma das linguagens mais utilizadas atualmente (oscila entre o 1º e 2º lugares com o C nos principais rankings).</a:t>
            </a:r>
          </a:p>
          <a:p/>
          <a:p/>
        </p:txBody>
      </p:sp>
      <p:sp>
        <p:nvSpPr>
          <p:cNvPr id="3" name="Subtitle 2"/>
          <p:cNvSpPr>
            <a:spLocks noGrp="1"/>
          </p:cNvSpPr>
          <p:nvPr>
            <p:ph type="subTitle"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 estrutura básica é a classe;</a:t>
            </a:r>
          </a:p>
          <a:p/>
          <a:p>
            <a:r>
              <a:t>Não é possível criar variáveis nem subprogramas fora das classes;</a:t>
            </a:r>
          </a:p>
          <a:p/>
          <a:p>
            <a:r>
              <a:t>Todo arquivo contém pelo menos uma classe pública, e ela dá nome ao arquivo;</a:t>
            </a:r>
          </a:p>
          <a:p/>
          <a:p>
            <a:r>
              <a:t>Toda expressão termina com ponto-e-vírgula;</a:t>
            </a:r>
          </a:p>
          <a:p/>
          <a:p/>
        </p:txBody>
      </p:sp>
      <p:sp>
        <p:nvSpPr>
          <p:cNvPr id="3" name="Subtitle 2"/>
          <p:cNvSpPr>
            <a:spLocks noGrp="1"/>
          </p:cNvSpPr>
          <p:nvPr>
            <p:ph type="subTitle"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Case-sensitive.</a:t>
            </a:r>
          </a:p>
          <a:p>
            <a:r>
              <a:t>Padrão Unicode.</a:t>
            </a:r>
          </a:p>
          <a:p>
            <a:r>
              <a:t>As palavras especiais são reservadas.</a:t>
            </a:r>
          </a:p>
          <a:p>
            <a:r>
              <a:t>Não há limites no tamanho dos nomes;</a:t>
            </a:r>
          </a:p>
          <a:p>
            <a:r>
              <a:t>Nomes começam obrigatoriamente com letras e podem ter letras, números e underline (_).</a:t>
            </a:r>
          </a:p>
          <a:p>
            <a:r>
              <a:t>Porém recomenda-se que:</a:t>
            </a:r>
          </a:p>
          <a:p>
            <a:r>
              <a:t>nomes de classes comecem com letras maiúsculas; </a:t>
            </a:r>
          </a:p>
          <a:p>
            <a:r>
              <a:t>nomes de constantes sejam escritos somente com letras maiúsculas e underline; e </a:t>
            </a:r>
          </a:p>
          <a:p>
            <a:r>
              <a:t>todos os demais nomes iniciem com letras minúsculas. </a:t>
            </a:r>
          </a:p>
        </p:txBody>
      </p:sp>
      <p:sp>
        <p:nvSpPr>
          <p:cNvPr id="3" name="Subtitle 2"/>
          <p:cNvSpPr>
            <a:spLocks noGrp="1"/>
          </p:cNvSpPr>
          <p:nvPr>
            <p:ph type="subTitle"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Vinculação de tipo: estática e explícita.</a:t>
            </a:r>
          </a:p>
          <a:p>
            <a:r>
              <a:t>	int x;	Pessoa p;</a:t>
            </a:r>
          </a:p>
          <a:p/>
          <a:p>
            <a:r>
              <a:t>Aceita as seguintes formas de vinculação de armazenamento:</a:t>
            </a:r>
          </a:p>
          <a:p>
            <a:r>
              <a:t>Variáveis estáticas: atributos de classe criados com o comando static.</a:t>
            </a:r>
          </a:p>
          <a:p>
            <a:r>
              <a:t>	private static int quantidade;   </a:t>
            </a:r>
          </a:p>
          <a:p/>
          <a:p>
            <a:r>
              <a:t>Variáveis dinâmicas da pilha: variáveis de tipos primitivos locais e parâmetros dos métodos;</a:t>
            </a:r>
          </a:p>
          <a:p/>
          <a:p>
            <a:r>
              <a:t>Variáveis dinâmicas do monte explícitas: todos os objetos de classes são criados com o comando new.</a:t>
            </a:r>
          </a:p>
          <a:p>
            <a:r>
              <a:t>	Pessoa p = new Pessoa();</a:t>
            </a:r>
          </a:p>
          <a:p/>
        </p:txBody>
      </p:sp>
      <p:sp>
        <p:nvSpPr>
          <p:cNvPr id="3" name="Subtitle 2"/>
          <p:cNvSpPr>
            <a:spLocks noGrp="1"/>
          </p:cNvSpPr>
          <p:nvPr>
            <p:ph type="subTitle"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Escopo: </a:t>
            </a:r>
          </a:p>
          <a:p>
            <a:r>
              <a:t>A maioria das variáveis possuem escopo estático; </a:t>
            </a:r>
          </a:p>
          <a:p>
            <a:r>
              <a:t>Atributos de classe têm escopo dentro da classe;</a:t>
            </a:r>
          </a:p>
          <a:p>
            <a:r>
              <a:t>Atributos de classe estáticos que possuem escopo global;</a:t>
            </a:r>
          </a:p>
          <a:p>
            <a:r>
              <a:t>Variáveis criadas em métodos têm escopo local;</a:t>
            </a:r>
          </a:p>
          <a:p>
            <a:r>
              <a:t>Estruturas condicionais e de repetição não definem um escopo próprio.</a:t>
            </a:r>
          </a:p>
          <a:p/>
          <a:p>
            <a:r>
              <a:t>Constantes nomeadas: criadas com o uso do comando final:</a:t>
            </a:r>
          </a:p>
          <a:p>
            <a:r>
              <a:t>	final double PI = 3.1415;</a:t>
            </a:r>
          </a:p>
        </p:txBody>
      </p:sp>
      <p:sp>
        <p:nvSpPr>
          <p:cNvPr id="3" name="Subtitle 2"/>
          <p:cNvSpPr>
            <a:spLocks noGrp="1"/>
          </p:cNvSpPr>
          <p:nvPr>
            <p:ph type="subTitle"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Tipos primitivos:</a:t>
            </a:r>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