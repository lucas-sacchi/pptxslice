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Tipos primitivos: </a:t>
            </a:r>
          </a:p>
          <a:p>
            <a:r>
              <a:t>Java não é totalmente O.O., pois seus tipos primitivos não são classes.</a:t>
            </a:r>
          </a:p>
          <a:p>
            <a:r>
              <a:t>Mas todos os tipos primitivos possuem classes equivalentes, conhecidas como wrappers;</a:t>
            </a:r>
          </a:p>
          <a:p>
            <a:r>
              <a:t>Desde a versão 5.0, o Java realiza a conversão implícita entre os tipos primitivos e as classes equivalentes;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Cadeia de Caracteres: </a:t>
            </a:r>
          </a:p>
          <a:p>
            <a:r>
              <a:t>Definida pelas classes String  (cadeias estáticas), StringBuilder (cadeias dinâmicas) e StringBuffer (cadeias dinâmicas sincronizadas);</a:t>
            </a:r>
          </a:p>
          <a:p>
            <a:r>
              <a:t>Cadeias estáticas (String) iguais compartilham o mesmo espaço na memória.</a:t>
            </a:r>
          </a:p>
          <a:p/>
          <a:p>
            <a:r>
              <a:t>String str1 = "ABC"; //ou new String("ABC");</a:t>
            </a:r>
          </a:p>
          <a:p>
            <a:r>
              <a:t>String str2 = "ABC";</a:t>
            </a:r>
          </a:p>
          <a:p>
            <a:r>
              <a:t>str1 += "D"; //é criado um novo objeto "ABCD"</a:t>
            </a:r>
          </a:p>
          <a:p>
            <a:r>
              <a:t>StringBuffer str = new StringBuffer();</a:t>
            </a:r>
          </a:p>
          <a:p>
            <a:r>
              <a:t>str.append( "ABC" );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Tipos ordinais definidos pelo usuário: </a:t>
            </a:r>
          </a:p>
          <a:p>
            <a:r>
              <a:t>Possui apenas tipos enumerados como tipos ordinais definidos pelo usuários, criados a partir da palavra chave enum; </a:t>
            </a:r>
          </a:p>
          <a:p>
            <a:r>
              <a:t>Um enumerado é, na verdade, uma subclasse de Enum e pode ter atributos e métodos;</a:t>
            </a:r>
          </a:p>
          <a:p/>
          <a:p>
            <a:r>
              <a:t>public enum Carta {</a:t>
            </a:r>
          </a:p>
          <a:p/>
          <a:p>
            <a:r>
              <a:t>	J(11),Q(12),K(13),A(14);</a:t>
            </a:r>
          </a:p>
          <a:p>
            <a:r>
              <a:t>	public int valorCarta;</a:t>
            </a:r>
          </a:p>
          <a:p/>
          <a:p>
            <a:r>
              <a:t>	Carta(int valor) {</a:t>
            </a:r>
          </a:p>
          <a:p>
            <a:r>
              <a:t>		valorCarta = valor;</a:t>
            </a:r>
          </a:p>
          <a:p>
            <a:r>
              <a:t>	}</a:t>
            </a:r>
          </a:p>
          <a:p>
            <a:r>
              <a:t>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Vetores/Matrizes: </a:t>
            </a:r>
          </a:p>
          <a:p>
            <a:r>
              <a:t>São objetos da classe Array;</a:t>
            </a:r>
          </a:p>
          <a:p>
            <a:r>
              <a:t>São dinâmicas do monte fixa;</a:t>
            </a:r>
          </a:p>
          <a:p>
            <a:r>
              <a:t>Listas verdadeiramente dinâmicas são implementadas por subclasses da interface List;</a:t>
            </a:r>
          </a:p>
          <a:p>
            <a:r>
              <a:t>Matrizes seguem uma ordem principal de linha;</a:t>
            </a:r>
          </a:p>
          <a:p>
            <a:r>
              <a:t>Não possui suporte para matrizes associativas, porém elas são simuladas por subclasses da interface Map;</a:t>
            </a:r>
          </a:p>
          <a:p>
            <a:r>
              <a:t>Não possui suporte para fatias, mas a classe Array contém diversos métodos para manipulação dos vetores/matrizes;</a:t>
            </a:r>
          </a:p>
          <a:p>
            <a:r>
              <a:t>Não possui suporte a compreensão de listas.</a:t>
            </a:r>
          </a:p>
          <a:p/>
          <a:p>
            <a:r>
              <a:t>int vetor[] = new int[10];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Vetores/Matrizes: </a:t>
            </a:r>
          </a:p>
          <a:p>
            <a:r>
              <a:t>Matrizes são irregulares, sendo possível criar matrizes com quantidade de colunas diferentes para cada linha.</a:t>
            </a:r>
          </a:p>
          <a:p>
            <a:r>
              <a:t>O tamanho de cada linha pode ser acessado pelo atributo length.</a:t>
            </a:r>
          </a:p>
          <a:p/>
          <a:p>
            <a:r>
              <a:t>int[ ][ ] matriz = new int[3][];</a:t>
            </a:r>
          </a:p>
          <a:p>
            <a:r>
              <a:t>matriz[0] = new int[2];</a:t>
            </a:r>
          </a:p>
          <a:p>
            <a:r>
              <a:t>matriz[1] = new int[4];</a:t>
            </a:r>
          </a:p>
          <a:p>
            <a:r>
              <a:t>matriz[2] = new int[3];</a:t>
            </a:r>
          </a:p>
          <a:p/>
          <a:p>
            <a:r>
              <a:t>int tam_linha_2 = matriz[2].length; // =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Registros e uniões: </a:t>
            </a:r>
          </a:p>
          <a:p>
            <a:r>
              <a:t>Não possui suporte a registros nem a uniões, por considerá-los redundantes com o conceito de classe.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Verificação: </a:t>
            </a:r>
          </a:p>
          <a:p>
            <a:r>
              <a:t>É considerada fortemente tipada:</a:t>
            </a:r>
          </a:p>
          <a:p>
            <a:r>
              <a:t>Erros de tipos são sempre detectados, seja em tempo de compilação ou de execução;</a:t>
            </a:r>
          </a:p>
          <a:p>
            <a:r>
              <a:t>A conversão implícita de tipo (coerção) é feita apenas para os casos de alargamento.</a:t>
            </a:r>
          </a:p>
          <a:p>
            <a:r>
              <a:t>A conversão explícita de tipo (cast) deve ser aplicada para os casos de estreitamento.</a:t>
            </a:r>
          </a:p>
          <a:p/>
          <a:p>
            <a:r>
              <a:t>Equivalência de tipos:</a:t>
            </a:r>
          </a:p>
          <a:p>
            <a:r>
              <a:t>Java não realiza equivalência de tipos, pois aplica coerção quando possível.</a:t>
            </a:r>
          </a:p>
          <a:p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Precedência e associatividade dos operadores:</a:t>
            </a:r>
          </a:p>
          <a:p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Ordem de avaliação:</a:t>
            </a:r>
          </a:p>
          <a:p>
            <a:r>
              <a:t>Definida pela associatividade dos operadores;</a:t>
            </a:r>
          </a:p>
          <a:p>
            <a:r>
              <a:t>Não possui transparência referencial, pois permite efeitos colaterais; </a:t>
            </a:r>
          </a:p>
          <a:p>
            <a:r>
              <a:t>Todos os operadores lógicos realizam avaliação curto-circuito;</a:t>
            </a:r>
          </a:p>
          <a:p/>
          <a:p>
            <a:r>
              <a:t>Sobrecarga de operadores:</a:t>
            </a:r>
          </a:p>
          <a:p>
            <a:r>
              <a:t>Não permite sobrecarga de operadores;</a:t>
            </a:r>
          </a:p>
          <a:p>
            <a:r>
              <a:t>Também não permite criar novos operadores.</a:t>
            </a:r>
          </a:p>
          <a:p/>
          <a:p>
            <a:r>
              <a:t>Operadores relacionais:</a:t>
            </a:r>
          </a:p>
          <a:p>
            <a:r>
              <a:t>Como Java possui o tipo booleano (boolean/Boolean), os operadores relacionais e lógicos resultam em valores booleanos.</a:t>
            </a:r>
          </a:p>
          <a:p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Sentenças de atribuição:</a:t>
            </a:r>
          </a:p>
          <a:p>
            <a:r>
              <a:t>Possui operadores de atribuição composta (+=, -=, *=, /= e %=) e atribuição unária (++ e --);</a:t>
            </a:r>
          </a:p>
          <a:p>
            <a:r>
              <a:t>A atribuição gera uma expressão cujo resultado é o valor atribuído:</a:t>
            </a:r>
          </a:p>
          <a:p>
            <a:r>
              <a:t>	a = b = c = 0;</a:t>
            </a:r>
          </a:p>
          <a:p>
            <a:r>
              <a:t>Não possui atribuição condicional nem atribuição de lista.</a:t>
            </a:r>
          </a:p>
          <a:p/>
          <a:p/>
          <a:p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Regras gerais:</a:t>
            </a:r>
          </a:p>
          <a:p>
            <a:r>
              <a:t>O uso de chaves permitem acrescentar mais de uma expressão em cada estrutura;</a:t>
            </a:r>
          </a:p>
          <a:p>
            <a:r>
              <a:t>Somente expressões booleanas são válidas na condição; </a:t>
            </a:r>
          </a:p>
          <a:p>
            <a:r>
              <a:t>Instruções continue e break, permitem, respectivamente, forçar um salto ou a saída de uma estrutura;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